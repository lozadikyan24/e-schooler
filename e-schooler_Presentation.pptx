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12"/>
  </p:notesMasterIdLst>
  <p:handoutMasterIdLst>
    <p:handoutMasterId r:id="rId13"/>
  </p:handoutMasterIdLst>
  <p:sldIdLst>
    <p:sldId id="339" r:id="rId5"/>
    <p:sldId id="341" r:id="rId6"/>
    <p:sldId id="340" r:id="rId7"/>
    <p:sldId id="342" r:id="rId8"/>
    <p:sldId id="346" r:id="rId9"/>
    <p:sldId id="344" r:id="rId10"/>
    <p:sldId id="34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8CF4"/>
    <a:srgbClr val="84B6F8"/>
    <a:srgbClr val="5A68CE"/>
    <a:srgbClr val="7480D6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8" autoAdjust="0"/>
    <p:restoredTop sz="94634" autoAdjust="0"/>
  </p:normalViewPr>
  <p:slideViewPr>
    <p:cSldViewPr snapToGrid="0">
      <p:cViewPr>
        <p:scale>
          <a:sx n="100" d="100"/>
          <a:sy n="100" d="100"/>
        </p:scale>
        <p:origin x="180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6"/>
    </p:cViewPr>
  </p:sorterViewPr>
  <p:notesViewPr>
    <p:cSldViewPr snapToGrid="0">
      <p:cViewPr>
        <p:scale>
          <a:sx n="50" d="100"/>
          <a:sy n="50" d="100"/>
        </p:scale>
        <p:origin x="3403" y="28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6D37A0-F398-4276-AAF6-E62AA90BC9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96B402-FD6E-4995-8160-C6DD76DAAC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37F7A-782D-430C-B7DE-046B665BEF14}" type="datetimeFigureOut">
              <a:rPr lang="en-US" smtClean="0"/>
              <a:t>3/23/2026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A7967-B488-405D-84A2-64F6D9128F3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5115A-3EB4-4B47-8F4B-4F42519BF90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885D5-D443-4228-8B2C-B9DF9A30D5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91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CCEED-E5F4-4698-B012-83262916D7BD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2F9AB-3C90-481E-8C34-4F549BF455D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91717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9792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8849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14296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09691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59554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563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2F9AB-3C90-481E-8C34-4F549BF455D7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36997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EA812700-4F7B-0919-A294-CC362E4BD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450590889"/>
              </p:ext>
            </p:extLst>
          </p:nvPr>
        </p:nvGraphicFramePr>
        <p:xfrm>
          <a:off x="7462835" y="420624"/>
          <a:ext cx="4297680" cy="60167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768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61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AC4C118-FE51-F865-E568-064EE73546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85113" y="2576052"/>
            <a:ext cx="3451225" cy="2998633"/>
          </a:xfrm>
          <a:solidFill>
            <a:schemeClr val="accent2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4128" y="589938"/>
            <a:ext cx="9802761" cy="3519949"/>
          </a:xfrm>
        </p:spPr>
        <p:txBody>
          <a:bodyPr/>
          <a:lstStyle>
            <a:lvl1pPr>
              <a:lnSpc>
                <a:spcPct val="90000"/>
              </a:lnSpc>
              <a:defRPr sz="8000"/>
            </a:lvl1pPr>
          </a:lstStyle>
          <a:p>
            <a:r>
              <a:rPr lang="en-US" dirty="0"/>
              <a:t>add title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5142271"/>
            <a:ext cx="3322638" cy="9048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8575">
            <a:solidFill>
              <a:schemeClr val="bg1"/>
            </a:solidFill>
          </a:ln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29972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8">
            <a:extLst>
              <a:ext uri="{FF2B5EF4-FFF2-40B4-BE49-F238E27FC236}">
                <a16:creationId xmlns:a16="http://schemas.microsoft.com/office/drawing/2014/main" id="{EBF8DFED-2B0F-8F5E-DBAA-98D765435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64638672"/>
              </p:ext>
            </p:extLst>
          </p:nvPr>
        </p:nvGraphicFramePr>
        <p:xfrm>
          <a:off x="434810" y="420624"/>
          <a:ext cx="11322380" cy="60167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6119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1918974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978856169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818438643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109330882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611426398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01527096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483353207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3068012968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953257001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  <a:gridCol w="566119">
                  <a:extLst>
                    <a:ext uri="{9D8B030D-6E8A-4147-A177-3AD203B41FA5}">
                      <a16:colId xmlns:a16="http://schemas.microsoft.com/office/drawing/2014/main" val="1367589565"/>
                    </a:ext>
                  </a:extLst>
                </a:gridCol>
              </a:tblGrid>
              <a:tr h="859536">
                <a:tc gridSpan="20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605" y="420624"/>
            <a:ext cx="11300791" cy="824949"/>
          </a:xfrm>
        </p:spPr>
        <p:txBody>
          <a:bodyPr anchor="ctr"/>
          <a:lstStyle>
            <a:lvl1pPr algn="ctr">
              <a:lnSpc>
                <a:spcPct val="9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5261" y="1659392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572311" y="2651125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ADF2E8A7-89F2-752F-0DF7-B05CD19E59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69949" y="1679712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86CD862-4539-E57E-AB29-3C732F86C5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5206999" y="2671445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87327351-F712-4BD7-35A2-EA8933FD88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 rot="202674">
            <a:off x="8614539" y="1664021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CB9E4AC-A2E5-545F-FFF7-625B1BB7A8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 rot="202674">
            <a:off x="8851589" y="2655754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91244D88-9A35-9B80-EAFF-3557C9EB032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21388604">
            <a:off x="3100080" y="3715147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51544572-3326-C8E8-C7E7-FFFA5A2D68B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 rot="21388604">
            <a:off x="3337130" y="4706880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723B9AE5-89C8-9E36-A1BF-9CE4E26806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47484" y="3709035"/>
            <a:ext cx="2252101" cy="2252208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 w="25400">
            <a:solidFill>
              <a:schemeClr val="bg1"/>
            </a:solidFill>
          </a:ln>
        </p:spPr>
        <p:txBody>
          <a:bodyPr tIns="457200" anchor="t">
            <a:noAutofit/>
          </a:bodyPr>
          <a:lstStyle>
            <a:lvl1pPr marL="0" indent="0" algn="ctr">
              <a:buNone/>
              <a:defRPr sz="24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D48AF07-4B45-FEDE-C05D-99E96E4540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7084534" y="4700768"/>
            <a:ext cx="1778000" cy="996950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76513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CB329B88-C3B0-DEDF-BA89-4FECA7E20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28615" cy="6070706"/>
            <a:chOff x="481693" y="393647"/>
            <a:chExt cx="11228615" cy="6070706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57E85-6B04-10B8-38D8-C7DD17EA911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18952" y="1281179"/>
              <a:ext cx="69913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0D9B5DE-71CB-6798-3C6E-54AAB7D4F8FC}"/>
                </a:ext>
              </a:extLst>
            </p:cNvPr>
            <p:cNvGrpSpPr/>
            <p:nvPr userDrawn="1"/>
          </p:nvGrpSpPr>
          <p:grpSpPr>
            <a:xfrm>
              <a:off x="481693" y="393647"/>
              <a:ext cx="11228615" cy="6070706"/>
              <a:chOff x="481693" y="393647"/>
              <a:chExt cx="11228615" cy="607070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6663161-DCA7-1B0A-C207-F09ADAB86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 userDrawn="1"/>
            </p:nvGrpSpPr>
            <p:grpSpPr>
              <a:xfrm>
                <a:off x="481693" y="393647"/>
                <a:ext cx="11228615" cy="6070706"/>
                <a:chOff x="481693" y="393647"/>
                <a:chExt cx="11228615" cy="6070706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DE5A6159-3269-247C-FFBE-0940C19C2B48}"/>
                    </a:ext>
                  </a:extLst>
                </p:cNvPr>
                <p:cNvSpPr/>
                <p:nvPr userDrawn="1"/>
              </p:nvSpPr>
              <p:spPr>
                <a:xfrm>
                  <a:off x="481693" y="393648"/>
                  <a:ext cx="11228615" cy="6070705"/>
                </a:xfrm>
                <a:prstGeom prst="rect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4" name="Straight Connector 3">
                  <a:extLst>
                    <a:ext uri="{FF2B5EF4-FFF2-40B4-BE49-F238E27FC236}">
                      <a16:creationId xmlns:a16="http://schemas.microsoft.com/office/drawing/2014/main" id="{36AA070F-54CD-7244-E817-D1EEAEAE37D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4718957" y="393647"/>
                  <a:ext cx="0" cy="607070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4B2AF797-9409-ECDA-DB46-07EC4F37F60E}"/>
                    </a:ext>
                  </a:extLst>
                </p:cNvPr>
                <p:cNvCxnSpPr/>
                <p:nvPr userDrawn="1"/>
              </p:nvCxnSpPr>
              <p:spPr>
                <a:xfrm>
                  <a:off x="10863943" y="5878287"/>
                  <a:ext cx="0" cy="586066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08123A1E-CFCD-A97E-0315-FE69EDB804D7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481693" y="3159704"/>
                  <a:ext cx="4237254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8F8BCC96-50C0-4DBF-F6DC-4BDFF75A232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18957" y="5878287"/>
                <a:ext cx="6991349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111" y="3159698"/>
            <a:ext cx="4217394" cy="3289363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18947" y="403472"/>
            <a:ext cx="6991355" cy="862432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txBody>
          <a:bodyPr tIns="0" bIns="0" anchor="ctr">
            <a:noAutofit/>
          </a:bodyPr>
          <a:lstStyle>
            <a:lvl1pPr marL="0" indent="0" algn="ctr">
              <a:buNone/>
              <a:defRPr sz="20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60616" y="1749732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64549" y="1877962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B6BA8D7D-BBDF-6842-52E2-26BE7BD4B4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60616" y="313649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D7EED23F-2C80-CBC0-124A-91B34EAC3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64549" y="3244646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B285BD9D-24CC-50AA-05B8-39DBBCC0EA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60616" y="4450151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2A278560-5EC9-91F3-0DF2-A947D892A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4549" y="4558306"/>
            <a:ext cx="4801647" cy="6980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2252" y="5994209"/>
            <a:ext cx="5933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322" y="408568"/>
            <a:ext cx="4238625" cy="2751130"/>
          </a:xfrm>
          <a:ln w="12700">
            <a:solidFill>
              <a:schemeClr val="bg1"/>
            </a:solidFill>
          </a:ln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</p:spTree>
    <p:extLst>
      <p:ext uri="{BB962C8B-B14F-4D97-AF65-F5344CB8AC3E}">
        <p14:creationId xmlns:p14="http://schemas.microsoft.com/office/powerpoint/2010/main" val="273132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79551DA-AB5E-4A9C-38E9-26E265447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28615" cy="6070706"/>
            <a:chOff x="481693" y="393647"/>
            <a:chExt cx="11228615" cy="607070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6AA070F-54CD-7244-E817-D1EEAEAE37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18957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4B2AF797-9409-ECDA-DB46-07EC4F37F60E}"/>
                </a:ext>
              </a:extLst>
            </p:cNvPr>
            <p:cNvCxnSpPr/>
            <p:nvPr userDrawn="1"/>
          </p:nvCxnSpPr>
          <p:spPr>
            <a:xfrm>
              <a:off x="10863943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2757E85-6B04-10B8-38D8-C7DD17EA911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18952" y="1281179"/>
              <a:ext cx="6991354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BCC96-50C0-4DBF-F6DC-4BDFF75A2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18957" y="5878287"/>
              <a:ext cx="6991349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8272" y="393646"/>
            <a:ext cx="6955946" cy="867815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9" name="Picture Placeholder 28">
            <a:extLst>
              <a:ext uri="{FF2B5EF4-FFF2-40B4-BE49-F238E27FC236}">
                <a16:creationId xmlns:a16="http://schemas.microsoft.com/office/drawing/2014/main" id="{1508BA2B-29F0-302A-67E4-83220898460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9199" y="413364"/>
            <a:ext cx="4238625" cy="3356579"/>
          </a:xfr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9199" y="3765754"/>
            <a:ext cx="4238625" cy="2678881"/>
          </a:xfrm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79922" y="1877961"/>
            <a:ext cx="6066499" cy="3698859"/>
          </a:xfrm>
        </p:spPr>
        <p:txBody>
          <a:bodyPr anchor="t">
            <a:normAutofit/>
          </a:bodyPr>
          <a:lstStyle>
            <a:lvl1pPr marL="285750" indent="-285750" algn="l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2252" y="5994209"/>
            <a:ext cx="59332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88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cus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0AA671-B458-75A5-FEDC-88210D822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72440" y="393648"/>
            <a:ext cx="11247120" cy="6070705"/>
            <a:chOff x="472440" y="393648"/>
            <a:chExt cx="11247120" cy="607070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8070B43-A554-EF44-F090-0152A26B670B}"/>
                </a:ext>
              </a:extLst>
            </p:cNvPr>
            <p:cNvGrpSpPr/>
            <p:nvPr userDrawn="1"/>
          </p:nvGrpSpPr>
          <p:grpSpPr>
            <a:xfrm>
              <a:off x="4449018" y="3035782"/>
              <a:ext cx="3216339" cy="2488545"/>
              <a:chOff x="4493183" y="3035782"/>
              <a:chExt cx="3216339" cy="2488545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35F32AC8-D0FB-5633-A246-97E5484338E2}"/>
                  </a:ext>
                </a:extLst>
              </p:cNvPr>
              <p:cNvSpPr/>
              <p:nvPr userDrawn="1"/>
            </p:nvSpPr>
            <p:spPr>
              <a:xfrm>
                <a:off x="4503887" y="3035782"/>
                <a:ext cx="3205635" cy="104811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82655351-4CA5-7030-797E-8AD884256DEB}"/>
                  </a:ext>
                </a:extLst>
              </p:cNvPr>
              <p:cNvSpPr/>
              <p:nvPr userDrawn="1"/>
            </p:nvSpPr>
            <p:spPr>
              <a:xfrm>
                <a:off x="4493183" y="4476208"/>
                <a:ext cx="3205635" cy="1048119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115498-45E0-83E4-6C2A-B0F8598CC3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2440" y="1291011"/>
              <a:ext cx="1124712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CE35A2D-88FA-6FF8-0B67-6386DECEFBD0}"/>
                </a:ext>
              </a:extLst>
            </p:cNvPr>
            <p:cNvGrpSpPr/>
            <p:nvPr userDrawn="1"/>
          </p:nvGrpSpPr>
          <p:grpSpPr>
            <a:xfrm>
              <a:off x="481694" y="1300843"/>
              <a:ext cx="11228613" cy="5163510"/>
              <a:chOff x="481693" y="1300843"/>
              <a:chExt cx="11228613" cy="5163510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2C4006F0-8F76-A8D3-67AF-77573E5C34B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034129" y="1300843"/>
                <a:ext cx="0" cy="516351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C515FE9-A175-C681-A291-4676AEF27BF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157873" y="1300843"/>
                <a:ext cx="0" cy="513736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2E1B1C58-815E-DA91-6DDD-C5DEEB6ADD8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481693" y="1300843"/>
                <a:ext cx="11228613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692" y="423142"/>
            <a:ext cx="11192526" cy="837489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Picture Placeholder 28">
            <a:extLst>
              <a:ext uri="{FF2B5EF4-FFF2-40B4-BE49-F238E27FC236}">
                <a16:creationId xmlns:a16="http://schemas.microsoft.com/office/drawing/2014/main" id="{768BF372-EE3D-B6C9-DBFD-32FAA3C73BD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1768" y="1310640"/>
            <a:ext cx="3505938" cy="5124217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4200" y="6102362"/>
            <a:ext cx="3264218" cy="272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5A131435-86E8-B8C3-7DA2-65F5A5EAB1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54370" y="1402746"/>
            <a:ext cx="3205635" cy="1048120"/>
          </a:xfrm>
          <a:prstGeom prst="rect">
            <a:avLst/>
          </a:prstGeom>
          <a:noFill/>
          <a:ln w="22225">
            <a:noFill/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 cap="all" baseline="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7485" y="2536721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B0DE4F42-71D8-6F18-9C5A-EC7A4B0C6C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7485" y="3753589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1987EDF9-4ED4-5490-17AF-99478B543C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67485" y="4970457"/>
            <a:ext cx="2379405" cy="1048119"/>
          </a:xfrm>
          <a:prstGeom prst="roundRect">
            <a:avLst/>
          </a:prstGeom>
          <a:solidFill>
            <a:schemeClr val="accent3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70607" y="1314450"/>
            <a:ext cx="3513444" cy="5120408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8661" y="6092534"/>
            <a:ext cx="474545" cy="272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95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088FB69-6A93-1165-DBF9-B08593CF2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84" y="393647"/>
            <a:ext cx="11228624" cy="6070706"/>
            <a:chOff x="481684" y="393647"/>
            <a:chExt cx="11228624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3FE074-831A-0B85-0AD4-E42448E535B2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AA8433C-5928-3201-B929-9809BC39026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26180" y="1300843"/>
              <a:ext cx="798412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91CA17-2FF6-F3C2-2E78-030072AE1E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26180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1360D2-FD77-4587-2725-382B41D5C8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84" y="5878287"/>
              <a:ext cx="1122862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88B16A6-C3DD-6DF0-14F1-2181171658A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386830" y="1300843"/>
              <a:ext cx="0" cy="45774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01B593-AEAF-46CF-9D54-9A953D102C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056580" y="1300843"/>
              <a:ext cx="0" cy="45774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4F028DD-DB18-678A-9B3E-08377E00AAC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3717081" y="3567922"/>
              <a:ext cx="7984126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2582" y="393646"/>
            <a:ext cx="3260519" cy="548464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1C507B-2DF1-964E-FD34-1B05D23954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65355" y="403472"/>
            <a:ext cx="7916188" cy="862432"/>
          </a:xfrm>
          <a:prstGeom prst="roundRect">
            <a:avLst>
              <a:gd name="adj" fmla="val 0"/>
            </a:avLst>
          </a:prstGeom>
          <a:noFill/>
          <a:ln w="25400">
            <a:noFill/>
          </a:ln>
        </p:spPr>
        <p:txBody>
          <a:bodyPr tIns="0" bIns="0" anchor="ctr">
            <a:noAutofit/>
          </a:bodyPr>
          <a:lstStyle>
            <a:lvl1pPr marL="0" indent="0" algn="ctr">
              <a:buNone/>
              <a:defRPr sz="2800" cap="all" baseline="0"/>
            </a:lvl1pPr>
            <a:lvl2pPr marL="324000" indent="0" algn="ctr">
              <a:buNone/>
              <a:defRPr sz="1600"/>
            </a:lvl2pPr>
            <a:lvl3pPr marL="630000" indent="0" algn="ctr">
              <a:buNone/>
              <a:defRPr sz="1600"/>
            </a:lvl3pPr>
            <a:lvl4pPr marL="1008000" indent="0" algn="ctr">
              <a:buNone/>
              <a:defRPr sz="1600"/>
            </a:lvl4pPr>
            <a:lvl5pPr marL="1368000" indent="0" algn="ctr">
              <a:buNone/>
              <a:defRPr sz="16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28501" y="1797062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17112" y="1848465"/>
            <a:ext cx="2202425" cy="1320193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Picture Placeholder 30">
            <a:extLst>
              <a:ext uri="{FF2B5EF4-FFF2-40B4-BE49-F238E27FC236}">
                <a16:creationId xmlns:a16="http://schemas.microsoft.com/office/drawing/2014/main" id="{8104E534-50EC-8AA3-6CBA-04C9C718619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02192" y="1797058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DB5476F6-55CD-2278-07A7-62ED02C00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8318" y="3909075"/>
            <a:ext cx="2296356" cy="1745427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Picture Placeholder 30">
            <a:extLst>
              <a:ext uri="{FF2B5EF4-FFF2-40B4-BE49-F238E27FC236}">
                <a16:creationId xmlns:a16="http://schemas.microsoft.com/office/drawing/2014/main" id="{35789C28-53CB-4473-F779-107B46AEEBD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099162" y="3952693"/>
            <a:ext cx="1371600" cy="137160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5492A24-37AC-C8FF-FE2A-EE13D2C3FC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36879" y="3909075"/>
            <a:ext cx="2296356" cy="1745427"/>
          </a:xfr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0272" y="5983423"/>
            <a:ext cx="30970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83423"/>
            <a:ext cx="7728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39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032EDE-70AC-8A1B-FDCC-E78CADAAE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7"/>
            <a:ext cx="11234963" cy="6070706"/>
            <a:chOff x="481693" y="393647"/>
            <a:chExt cx="11234963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576B25-0313-BCA2-89A4-F40505705FF4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7C9A29B-58A9-DEE3-6FDA-84D01C556C6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266305" y="1300843"/>
              <a:ext cx="444400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3C76CA7-A606-0822-24A8-12A4E989A2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66305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B4BC5D-AE5C-4860-D8FF-52E05CAD2A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266305" y="5878287"/>
              <a:ext cx="4450351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DB9FCC7-5BD3-AC42-56C2-547FB5ADEF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828655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27242" y="403478"/>
            <a:ext cx="4314145" cy="862423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1526" y="413311"/>
            <a:ext cx="6756966" cy="6005015"/>
          </a:xfrm>
          <a:ln w="1270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27242" y="1365282"/>
            <a:ext cx="4314143" cy="4478062"/>
          </a:xfrm>
        </p:spPr>
        <p:txBody>
          <a:bodyPr lIns="457200" tIns="822960" rIns="45720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6234" y="5994209"/>
            <a:ext cx="33613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5994209"/>
            <a:ext cx="474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73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329E9-A968-FB95-104A-91844CBA1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72440" y="393648"/>
            <a:ext cx="11247120" cy="6070705"/>
            <a:chOff x="472440" y="393648"/>
            <a:chExt cx="11247120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F115498-45E0-83E4-6C2A-B0F8598CC34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72440" y="1291011"/>
              <a:ext cx="1124712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1B1C58-815E-DA91-6DDD-C5DEEB6ADD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1694" y="1300843"/>
              <a:ext cx="1122861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77EEC2-EC0E-1781-4321-659905F5D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93" y="5878287"/>
              <a:ext cx="11234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C12EB-D748-8042-FB32-180B15CF1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1692" y="423142"/>
            <a:ext cx="11192526" cy="89825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47020" y="1992113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CCCE9902-3760-30D6-4810-136B44F0C3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1484671" y="2558848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E9C3A057-F1F1-A85C-5C3E-1178CF5812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91481" y="1992113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10F6D65A-37FE-C1AE-FE7B-977A41C068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29132" y="2558848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B3A456EE-EA99-A703-7AB6-449610F602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35942" y="1994348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31">
            <a:extLst>
              <a:ext uri="{FF2B5EF4-FFF2-40B4-BE49-F238E27FC236}">
                <a16:creationId xmlns:a16="http://schemas.microsoft.com/office/drawing/2014/main" id="{2C0E7BC7-C776-FDD4-7639-0B6649572D9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8573593" y="2561083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0EE9A59A-DD07-2A19-A496-5B43AF272DF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7340" y="3939132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31">
            <a:extLst>
              <a:ext uri="{FF2B5EF4-FFF2-40B4-BE49-F238E27FC236}">
                <a16:creationId xmlns:a16="http://schemas.microsoft.com/office/drawing/2014/main" id="{0B3477B9-B092-AAA0-9465-B3D589AB78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3254991" y="4505867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C03452E-A59E-6FD5-2E14-D01D1D1937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61801" y="3941367"/>
            <a:ext cx="2409038" cy="1350855"/>
          </a:xfrm>
          <a:prstGeom prst="roundRect">
            <a:avLst/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tIns="182880" anchor="t">
            <a:normAutofit/>
          </a:bodyPr>
          <a:lstStyle>
            <a:lvl1pPr marL="0" indent="0" algn="ctr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b="1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0" name="Text Placeholder 31">
            <a:extLst>
              <a:ext uri="{FF2B5EF4-FFF2-40B4-BE49-F238E27FC236}">
                <a16:creationId xmlns:a16="http://schemas.microsoft.com/office/drawing/2014/main" id="{F8ACFA3E-CD6D-F94F-6F9C-024B2C00278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799452" y="4508102"/>
            <a:ext cx="2113935" cy="691892"/>
          </a:xfrm>
        </p:spPr>
        <p:txBody>
          <a:bodyPr tIns="0" anchor="t">
            <a:normAutofit/>
          </a:bodyPr>
          <a:lstStyle>
            <a:lvl1pPr marL="0" indent="0" algn="ctr">
              <a:buNone/>
              <a:defRPr sz="18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2856" y="5990069"/>
            <a:ext cx="52554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4098" y="5990069"/>
            <a:ext cx="7129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06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088FB69-6A93-1165-DBF9-B08593CF2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84" y="393647"/>
            <a:ext cx="11228624" cy="6070706"/>
            <a:chOff x="481684" y="393647"/>
            <a:chExt cx="11228624" cy="607070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E3FE074-831A-0B85-0AD4-E42448E535B2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91CA17-2FF6-F3C2-2E78-030072AE1E8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26180" y="393647"/>
              <a:ext cx="0" cy="60707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41360D2-FD77-4587-2725-382B41D5C87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84" y="5878287"/>
              <a:ext cx="1122862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2582" y="393646"/>
            <a:ext cx="3260519" cy="5484640"/>
          </a:xfrm>
        </p:spPr>
        <p:txBody>
          <a:bodyPr tIns="0" bIns="0" anchor="ctr"/>
          <a:lstStyle>
            <a:lvl1pPr algn="ctr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8308474B-1816-77B5-FB6C-C41A741699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61658" y="934066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7742" y="934066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Picture Placeholder 30">
            <a:extLst>
              <a:ext uri="{FF2B5EF4-FFF2-40B4-BE49-F238E27FC236}">
                <a16:creationId xmlns:a16="http://schemas.microsoft.com/office/drawing/2014/main" id="{6F57637A-A06D-900E-8535-6AA509EBDC2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61658" y="2144633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C76314CE-90DE-BC3F-0583-8887631078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07742" y="2078898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Picture Placeholder 30">
            <a:extLst>
              <a:ext uri="{FF2B5EF4-FFF2-40B4-BE49-F238E27FC236}">
                <a16:creationId xmlns:a16="http://schemas.microsoft.com/office/drawing/2014/main" id="{5ED6CFA2-D90A-73B5-58F2-0A109596980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261658" y="3296662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0491A95C-9334-52D0-DA80-A40E91351F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7742" y="3230927"/>
            <a:ext cx="5958348" cy="862991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Picture Placeholder 30">
            <a:extLst>
              <a:ext uri="{FF2B5EF4-FFF2-40B4-BE49-F238E27FC236}">
                <a16:creationId xmlns:a16="http://schemas.microsoft.com/office/drawing/2014/main" id="{C727F284-B480-4165-FA10-5FB2EFA8D01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61658" y="4597186"/>
            <a:ext cx="731520" cy="731520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C106AB72-F782-1011-E73F-82AB10F338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407742" y="4363618"/>
            <a:ext cx="5958348" cy="1205135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356" y="5990069"/>
            <a:ext cx="3097071" cy="365125"/>
          </a:xfrm>
          <a:prstGeom prst="rect">
            <a:avLst/>
          </a:prstGeom>
        </p:spPr>
        <p:txBody>
          <a:bodyPr vert="horz" lIns="45720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90069"/>
            <a:ext cx="77281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433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329E9-A968-FB95-104A-91844CBA17ED}"/>
              </a:ext>
            </a:extLst>
          </p:cNvPr>
          <p:cNvGrpSpPr/>
          <p:nvPr userDrawn="1"/>
        </p:nvGrpSpPr>
        <p:grpSpPr>
          <a:xfrm>
            <a:off x="481693" y="393648"/>
            <a:ext cx="11234963" cy="6070705"/>
            <a:chOff x="481693" y="393648"/>
            <a:chExt cx="11234963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E1B1C58-815E-DA91-6DDD-C5DEEB6ADD88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81694" y="3916228"/>
              <a:ext cx="1122861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677EEC2-EC0E-1781-4321-659905F5D3E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81693" y="5878287"/>
              <a:ext cx="11234963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EC12EB-D748-8042-FB32-180B15CF11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96000" y="5878287"/>
              <a:ext cx="0" cy="58606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356" y="4060726"/>
            <a:ext cx="11192526" cy="835740"/>
          </a:xfrm>
        </p:spPr>
        <p:txBody>
          <a:bodyPr lIns="457200" tIns="0" bIns="0" anchor="ctr"/>
          <a:lstStyle>
            <a:lvl1pPr algn="l">
              <a:lnSpc>
                <a:spcPct val="100000"/>
              </a:lnSpc>
              <a:defRPr sz="4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DB49BBE5-CCBB-7C39-D34E-E82C25AA57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1356" y="5990069"/>
            <a:ext cx="5530650" cy="365125"/>
          </a:xfrm>
          <a:prstGeom prst="rect">
            <a:avLst/>
          </a:prstGeom>
        </p:spPr>
        <p:txBody>
          <a:bodyPr vert="horz" lIns="45720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6865" y="5990069"/>
            <a:ext cx="7129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FE12DB-463B-5E38-0249-595352F6A5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1356" y="4959086"/>
            <a:ext cx="11193462" cy="757553"/>
          </a:xfrm>
        </p:spPr>
        <p:txBody>
          <a:bodyPr lIns="457200" anchor="t"/>
          <a:lstStyle>
            <a:lvl1pPr marL="0" indent="0">
              <a:buNone/>
              <a:defRPr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22CBCEA-1B14-60E2-F8BE-92C510D427C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445" y="413364"/>
            <a:ext cx="11173539" cy="348932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87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BE0D1B6-1F1E-CCFB-6D36-DC3039C38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1693" y="393648"/>
            <a:ext cx="11235864" cy="6070705"/>
            <a:chOff x="481693" y="393648"/>
            <a:chExt cx="11235864" cy="607070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E5A6159-3269-247C-FFBE-0940C19C2B48}"/>
                </a:ext>
              </a:extLst>
            </p:cNvPr>
            <p:cNvSpPr/>
            <p:nvPr userDrawn="1"/>
          </p:nvSpPr>
          <p:spPr>
            <a:xfrm>
              <a:off x="481693" y="393648"/>
              <a:ext cx="11228615" cy="6070705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8BCC96-50C0-4DBF-F6DC-4BDFF75A232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68117" y="6035602"/>
              <a:ext cx="694944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0F1688-BA83-03DC-2B74-7A82D939F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68224463"/>
              </p:ext>
            </p:extLst>
          </p:nvPr>
        </p:nvGraphicFramePr>
        <p:xfrm>
          <a:off x="490524" y="399329"/>
          <a:ext cx="4297680" cy="60707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9768">
                  <a:extLst>
                    <a:ext uri="{9D8B030D-6E8A-4147-A177-3AD203B41FA5}">
                      <a16:colId xmlns:a16="http://schemas.microsoft.com/office/drawing/2014/main" val="32274346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67919107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27550877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103063430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421828158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03927227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34241525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9230235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25827887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539162799"/>
                    </a:ext>
                  </a:extLst>
                </a:gridCol>
              </a:tblGrid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64993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6137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612509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2121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400337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74713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772814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97838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604750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027561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850680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12702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670666"/>
                  </a:ext>
                </a:extLst>
              </a:tr>
              <a:tr h="43362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70128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80868302-0413-1A88-A081-46FCFEC82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53781" y="658762"/>
            <a:ext cx="6351638" cy="5201247"/>
          </a:xfrm>
        </p:spPr>
        <p:txBody>
          <a:bodyPr lIns="457200" tIns="0" rIns="457200" bIns="0" anchor="ctr"/>
          <a:lstStyle>
            <a:lvl1pPr algn="ctr">
              <a:lnSpc>
                <a:spcPct val="100000"/>
              </a:lnSpc>
              <a:defRPr sz="8000" b="1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9E4F8DC2-6173-797C-063C-ABCB06835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3928" y="838200"/>
            <a:ext cx="3429000" cy="3026664"/>
          </a:xfr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1BAEDB1-AAC6-8012-7AC3-CC75D0096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4880" y="4748981"/>
            <a:ext cx="3434141" cy="84557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222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marL="324000" indent="0">
              <a:buNone/>
              <a:defRPr/>
            </a:lvl2pPr>
            <a:lvl3pPr marL="630000" indent="0">
              <a:buNone/>
              <a:defRPr/>
            </a:lvl3pPr>
            <a:lvl4pPr marL="1008000" indent="0">
              <a:buNone/>
              <a:defRPr/>
            </a:lvl4pPr>
            <a:lvl5pPr marL="1368000" indent="0">
              <a:buNone/>
              <a:defRPr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DB684C2F-977D-54D2-F9DB-5A0CC3DF1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53781" y="6085795"/>
            <a:ext cx="3428434" cy="29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B94E18-4F07-B724-9D3D-448019377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6115665"/>
            <a:ext cx="474545" cy="243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585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4B42F-2C80-4037-BF8E-C209D59D93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35376"/>
            <a:ext cx="2844799" cy="365125"/>
          </a:xfrm>
        </p:spPr>
        <p:txBody>
          <a:bodyPr/>
          <a:lstStyle/>
          <a:p>
            <a:fld id="{91CD4B7E-D172-41E4-BE36-64B5A7E393CD}" type="datetimeFigureOut">
              <a:rPr lang="en-US" noProof="0" smtClean="0"/>
              <a:t>3/23/2026</a:t>
            </a:fld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56474-3A38-4097-8649-FAF662D8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5363" y="6435376"/>
            <a:ext cx="1052510" cy="365125"/>
          </a:xfrm>
        </p:spPr>
        <p:txBody>
          <a:bodyPr/>
          <a:lstStyle/>
          <a:p>
            <a:fld id="{F603CDE5-C1D8-4EDD-870F-A498BAFA520F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FF907DD0-6A5F-4994-AB77-82E29722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5101" y="6435376"/>
            <a:ext cx="6818262" cy="365125"/>
          </a:xfrm>
        </p:spPr>
        <p:txBody>
          <a:bodyPr/>
          <a:lstStyle/>
          <a:p>
            <a:pPr algn="l"/>
            <a:r>
              <a:rPr lang="en-US" noProof="0" dirty="0"/>
              <a:t>Teach a Course</a:t>
            </a:r>
          </a:p>
        </p:txBody>
      </p:sp>
    </p:spTree>
    <p:extLst>
      <p:ext uri="{BB962C8B-B14F-4D97-AF65-F5344CB8AC3E}">
        <p14:creationId xmlns:p14="http://schemas.microsoft.com/office/powerpoint/2010/main" val="2902114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B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A7F1CA9-BED2-4756-8AEF-E0F68B0488B6}" type="datetime1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94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95363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872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36" r:id="rId1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09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91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1794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5394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bg1"/>
        </a:buClr>
        <a:buSzPct val="92000"/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A7A4DC1-E50C-440F-5AAD-B8FF3E74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28" y="589938"/>
            <a:ext cx="9802761" cy="3519949"/>
          </a:xfrm>
        </p:spPr>
        <p:txBody>
          <a:bodyPr/>
          <a:lstStyle/>
          <a:p>
            <a:r>
              <a:rPr lang="en-US" dirty="0"/>
              <a:t>E-schooler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D62CC159-4789-0E92-08AE-ECCAB12B67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5142271"/>
            <a:ext cx="3322638" cy="904824"/>
          </a:xfrm>
          <a:solidFill>
            <a:srgbClr val="3F8CF4"/>
          </a:solidFill>
        </p:spPr>
        <p:txBody>
          <a:bodyPr/>
          <a:lstStyle/>
          <a:p>
            <a:r>
              <a:rPr lang="en-US" dirty="0"/>
              <a:t>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EE93FF-5CA8-42FE-B449-834A2D7BB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257" y="910713"/>
            <a:ext cx="4275667" cy="427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8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381022-4B22-8C42-F771-5462B110C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23" y="408567"/>
            <a:ext cx="4236182" cy="6040493"/>
          </a:xfrm>
          <a:solidFill>
            <a:srgbClr val="84B6F8"/>
          </a:solidFill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65DFE-AC2A-4F8C-874D-4822FBA63D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16505" y="403471"/>
            <a:ext cx="6995171" cy="6040493"/>
          </a:xfrm>
          <a:solidFill>
            <a:srgbClr val="84B6F8"/>
          </a:solidFill>
          <a:ln>
            <a:solidFill>
              <a:schemeClr val="bg1"/>
            </a:solidFill>
          </a:ln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Our team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Idea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Stages of 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Tools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2148726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77">
            <a:extLst>
              <a:ext uri="{FF2B5EF4-FFF2-40B4-BE49-F238E27FC236}">
                <a16:creationId xmlns:a16="http://schemas.microsoft.com/office/drawing/2014/main" id="{A2DC73CD-9A7B-4B8B-45B7-9126C3749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05" y="420624"/>
            <a:ext cx="11300791" cy="824949"/>
          </a:xfrm>
        </p:spPr>
        <p:txBody>
          <a:bodyPr/>
          <a:lstStyle/>
          <a:p>
            <a:r>
              <a:rPr lang="en-US" dirty="0"/>
              <a:t>Our team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ADB62453-4969-6C70-7DA2-BCCA22A25B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1926" y="1596088"/>
            <a:ext cx="2751551" cy="2766361"/>
          </a:xfrm>
          <a:solidFill>
            <a:srgbClr val="3F8CF4"/>
          </a:solidFill>
        </p:spPr>
        <p:txBody>
          <a:bodyPr/>
          <a:lstStyle/>
          <a:p>
            <a:r>
              <a:rPr lang="en-US" dirty="0"/>
              <a:t>LESSON 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54DFB20-8AC4-58AC-499A-504A64E285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992624" y="3515153"/>
            <a:ext cx="1778000" cy="996950"/>
          </a:xfrm>
        </p:spPr>
        <p:txBody>
          <a:bodyPr>
            <a:normAutofit/>
          </a:bodyPr>
          <a:lstStyle/>
          <a:p>
            <a:r>
              <a:rPr lang="en-US" dirty="0"/>
              <a:t>Loris </a:t>
            </a:r>
            <a:r>
              <a:rPr lang="en-US" dirty="0" err="1"/>
              <a:t>Zadikyan</a:t>
            </a:r>
            <a:endParaRPr lang="en-US" dirty="0"/>
          </a:p>
          <a:p>
            <a:r>
              <a:rPr lang="en-US" b="1" dirty="0"/>
              <a:t>Scrum Trainer</a:t>
            </a:r>
          </a:p>
          <a:p>
            <a:r>
              <a:rPr lang="en-US" b="1" dirty="0"/>
              <a:t>9G</a:t>
            </a:r>
            <a:endParaRPr lang="en-US" dirty="0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A733E13-2AC1-FDA0-D1A6-410D3B4FFE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5763" y="1538597"/>
            <a:ext cx="2614648" cy="2766361"/>
          </a:xfrm>
          <a:solidFill>
            <a:srgbClr val="3F8CF4"/>
          </a:solidFill>
        </p:spPr>
        <p:txBody>
          <a:bodyPr/>
          <a:lstStyle/>
          <a:p>
            <a:r>
              <a:rPr lang="en-US" dirty="0"/>
              <a:t>LESSON 3</a:t>
            </a:r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812A0521-9D97-D048-D8FA-F5D6395693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706563" y="3411180"/>
            <a:ext cx="1778000" cy="996950"/>
          </a:xfrm>
        </p:spPr>
        <p:txBody>
          <a:bodyPr/>
          <a:lstStyle/>
          <a:p>
            <a:r>
              <a:rPr lang="en-US" dirty="0"/>
              <a:t>Presiyan Tenev</a:t>
            </a:r>
          </a:p>
          <a:p>
            <a:r>
              <a:rPr lang="en-US" b="1" dirty="0"/>
              <a:t>Back-end Developer</a:t>
            </a:r>
          </a:p>
          <a:p>
            <a:r>
              <a:rPr lang="en-US" b="1" dirty="0"/>
              <a:t>9G</a:t>
            </a:r>
            <a:endParaRPr lang="en-US" dirty="0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CFCFD87-FE58-4897-D984-E46E2DC2DE7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23109" y="3536462"/>
            <a:ext cx="2652145" cy="2719330"/>
          </a:xfrm>
          <a:solidFill>
            <a:srgbClr val="3F8CF4"/>
          </a:solidFill>
        </p:spPr>
        <p:txBody>
          <a:bodyPr/>
          <a:lstStyle/>
          <a:p>
            <a:r>
              <a:rPr lang="en-US" dirty="0"/>
              <a:t>LESSON 2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1A56C860-21F3-D1FF-A221-B4580EF919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white">
          <a:xfrm>
            <a:off x="3921903" y="5396990"/>
            <a:ext cx="1832551" cy="886008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Bozhidar Stanev</a:t>
            </a:r>
          </a:p>
          <a:p>
            <a:pPr lvl="0"/>
            <a:r>
              <a:rPr lang="en-US" b="1" dirty="0"/>
              <a:t>Front-end Developer</a:t>
            </a:r>
          </a:p>
          <a:p>
            <a:pPr lvl="0"/>
            <a:r>
              <a:rPr lang="en-US" dirty="0"/>
              <a:t>9B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5041D5A2-29C2-E95E-A837-75DEA53103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020450" y="3515153"/>
            <a:ext cx="2652144" cy="2826332"/>
          </a:xfrm>
          <a:solidFill>
            <a:srgbClr val="3F8CF4"/>
          </a:solidFill>
        </p:spPr>
        <p:txBody>
          <a:bodyPr/>
          <a:lstStyle/>
          <a:p>
            <a:r>
              <a:rPr lang="en-US" dirty="0"/>
              <a:t>LESSON 4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ACE8E486-3643-9AD4-B07B-39A02CBBE8D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white">
          <a:xfrm>
            <a:off x="9477890" y="5344535"/>
            <a:ext cx="1778000" cy="996950"/>
          </a:xfrm>
        </p:spPr>
        <p:txBody>
          <a:bodyPr/>
          <a:lstStyle/>
          <a:p>
            <a:pPr lvl="0"/>
            <a:r>
              <a:rPr lang="en-US" dirty="0"/>
              <a:t>Yanko </a:t>
            </a:r>
            <a:r>
              <a:rPr lang="en-US" dirty="0" err="1"/>
              <a:t>Yanakiev</a:t>
            </a:r>
            <a:endParaRPr lang="en-US" dirty="0"/>
          </a:p>
          <a:p>
            <a:pPr lvl="0"/>
            <a:r>
              <a:rPr lang="en-US" b="1" dirty="0"/>
              <a:t>Back-end Developer</a:t>
            </a:r>
          </a:p>
          <a:p>
            <a:pPr lvl="0"/>
            <a:r>
              <a:rPr lang="en-US" b="1" dirty="0"/>
              <a:t>9V</a:t>
            </a:r>
            <a:endParaRPr lang="en-US" dirty="0"/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DE7378F-DDC5-E280-3208-7D5A28F2B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7292998" y="1189998"/>
            <a:ext cx="1441296" cy="46166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B5379710-FBA6-9898-F44A-1352F6BE8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254825" y="1241682"/>
            <a:ext cx="1211232" cy="50625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510CE9DC-6B41-FE0C-7122-28180805A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 rot="21233692">
            <a:off x="4076474" y="3265544"/>
            <a:ext cx="879613" cy="46166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7E73402-A7BF-A3F1-1734-3A52890FE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black">
          <a:xfrm>
            <a:off x="10427086" y="3243247"/>
            <a:ext cx="828804" cy="50625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77531F-D51C-9BB6-A02E-041966B9A4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6454" y="3618835"/>
            <a:ext cx="1778000" cy="17865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184A99-79BC-F2DF-CB39-507DBB1F3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862" y="1742546"/>
            <a:ext cx="1778000" cy="177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AC429A-8808-B255-B55C-CA08492D9E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6563" y="1622658"/>
            <a:ext cx="1788522" cy="17885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15CE68-5234-FF15-2D53-2A3EE939A09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2662" y="3588273"/>
            <a:ext cx="1817097" cy="181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5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686F4-8A6F-B0FE-3963-C82BA4A8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272" y="393646"/>
            <a:ext cx="6955946" cy="867815"/>
          </a:xfrm>
        </p:spPr>
        <p:txBody>
          <a:bodyPr/>
          <a:lstStyle/>
          <a:p>
            <a:r>
              <a:rPr lang="en-US" dirty="0"/>
              <a:t>The Idea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9D5F748-1565-9DA9-0615-2528105609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9922" y="1877961"/>
            <a:ext cx="6066499" cy="3698859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e-schooler</a:t>
            </a:r>
            <a:r>
              <a:rPr lang="en-US" dirty="0"/>
              <a:t> is a digital classroom platform where students can </a:t>
            </a:r>
            <a:r>
              <a:rPr lang="en-US" b="1" dirty="0"/>
              <a:t>learn lessons, practice exercises, and take automatically generated tests</a:t>
            </a:r>
            <a:r>
              <a:rPr lang="en-US" dirty="0"/>
              <a:t> in one place.</a:t>
            </a:r>
          </a:p>
          <a:p>
            <a:pPr marL="0" indent="0" algn="ctr">
              <a:buNone/>
            </a:pPr>
            <a:r>
              <a:rPr lang="en-US" dirty="0"/>
              <a:t>Its main idea is to make learning </a:t>
            </a:r>
            <a:r>
              <a:rPr lang="en-US" b="1" dirty="0"/>
              <a:t>interactive and efficient</a:t>
            </a:r>
            <a:r>
              <a:rPr lang="en-US" dirty="0"/>
              <a:t>, with </a:t>
            </a:r>
            <a:r>
              <a:rPr lang="en-US" b="1" dirty="0"/>
              <a:t>automatic grading and progress tracking</a:t>
            </a:r>
            <a:r>
              <a:rPr lang="en-US" dirty="0"/>
              <a:t> so students can easily see their performance.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9BAA3A7B-8EAC-92C0-0F11-A7FCD94A7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1244" y="6010757"/>
            <a:ext cx="712974" cy="365125"/>
          </a:xfrm>
        </p:spPr>
        <p:txBody>
          <a:bodyPr/>
          <a:lstStyle/>
          <a:p>
            <a:pPr algn="ctr"/>
            <a:fld id="{3A98EE3D-8CD1-4C3F-BD1C-C98C9596463C}" type="slidenum">
              <a:rPr lang="en-US" smtClean="0"/>
              <a:pPr algn="ctr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20">
            <a:extLst>
              <a:ext uri="{FF2B5EF4-FFF2-40B4-BE49-F238E27FC236}">
                <a16:creationId xmlns:a16="http://schemas.microsoft.com/office/drawing/2014/main" id="{01632167-B96B-34C1-27DF-918B02375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37" y="598627"/>
            <a:ext cx="11192526" cy="898250"/>
          </a:xfrm>
        </p:spPr>
        <p:txBody>
          <a:bodyPr/>
          <a:lstStyle/>
          <a:p>
            <a:r>
              <a:rPr lang="en-US" dirty="0"/>
              <a:t>Stages of working</a:t>
            </a:r>
            <a:br>
              <a:rPr lang="en-US" dirty="0"/>
            </a:b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86EBE01-25EA-E55C-212F-55BB71067B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66668" y="1901135"/>
            <a:ext cx="2477199" cy="2520881"/>
          </a:xfrm>
        </p:spPr>
        <p:txBody>
          <a:bodyPr/>
          <a:lstStyle/>
          <a:p>
            <a:pPr lvl="0"/>
            <a:r>
              <a:rPr lang="en-US" dirty="0"/>
              <a:t>Week 1. 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B15C5BD-E2F2-DF1A-A4AB-80126D6228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48301" y="2609594"/>
            <a:ext cx="2113935" cy="691892"/>
          </a:xfrm>
        </p:spPr>
        <p:txBody>
          <a:bodyPr>
            <a:noAutofit/>
          </a:bodyPr>
          <a:lstStyle/>
          <a:p>
            <a:pPr lvl="0"/>
            <a:r>
              <a:rPr lang="en-US" sz="1600" dirty="0"/>
              <a:t>The project was set up, .</a:t>
            </a:r>
            <a:r>
              <a:rPr lang="en-US" sz="1600" dirty="0" err="1"/>
              <a:t>gitignore</a:t>
            </a:r>
            <a:r>
              <a:rPr lang="en-US" sz="1600" dirty="0"/>
              <a:t> was configured, the main menu was created, and the first lesson was added.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12FF41A1-5D72-0088-3340-EA7BE9A112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16294" y="1892753"/>
            <a:ext cx="2409038" cy="2520881"/>
          </a:xfrm>
        </p:spPr>
        <p:txBody>
          <a:bodyPr/>
          <a:lstStyle/>
          <a:p>
            <a:pPr lvl="0"/>
            <a:r>
              <a:rPr lang="en-US" dirty="0"/>
              <a:t>Week 3. </a:t>
            </a:r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8A171E58-4545-A19D-4D4B-0FF850C663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Environmental considerations</a:t>
            </a:r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152A94FD-3A84-B566-3565-6D4F989EE15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874441" y="1892755"/>
            <a:ext cx="2477198" cy="2520881"/>
          </a:xfrm>
          <a:solidFill>
            <a:srgbClr val="3F8CF4"/>
          </a:solidFill>
        </p:spPr>
        <p:txBody>
          <a:bodyPr/>
          <a:lstStyle/>
          <a:p>
            <a:pPr lvl="0"/>
            <a:r>
              <a:rPr lang="en-US" dirty="0"/>
              <a:t>Week 2. </a:t>
            </a:r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F7EA869C-0FD7-B2B6-6F9B-4D7A1A0292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021992" y="2609594"/>
            <a:ext cx="2113935" cy="691892"/>
          </a:xfrm>
        </p:spPr>
        <p:txBody>
          <a:bodyPr>
            <a:noAutofit/>
          </a:bodyPr>
          <a:lstStyle/>
          <a:p>
            <a:r>
              <a:rPr lang="en-US" sz="1600" dirty="0"/>
              <a:t>New lessons, subjects, and tests were added, the code was improved, and features like class statistics were implemented.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32A67-368B-6C11-A014-8E40E3778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874C12F-8812-2096-8060-F088B62EDD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33" idx="3"/>
            <a:endCxn id="84" idx="1"/>
          </p:cNvCxnSpPr>
          <p:nvPr/>
        </p:nvCxnSpPr>
        <p:spPr>
          <a:xfrm flipV="1">
            <a:off x="3643867" y="3153196"/>
            <a:ext cx="1230574" cy="8380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headEnd type="none"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F0B745C-817B-528D-B36C-5CC1B9BDD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4" idx="3"/>
            <a:endCxn id="80" idx="1"/>
          </p:cNvCxnSpPr>
          <p:nvPr/>
        </p:nvCxnSpPr>
        <p:spPr>
          <a:xfrm flipV="1">
            <a:off x="7351639" y="3153194"/>
            <a:ext cx="1264655" cy="2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headEnd type="none" w="lg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Placeholder 84">
            <a:extLst>
              <a:ext uri="{FF2B5EF4-FFF2-40B4-BE49-F238E27FC236}">
                <a16:creationId xmlns:a16="http://schemas.microsoft.com/office/drawing/2014/main" id="{D15376A3-A985-C11E-F36C-D7EAE7D91018}"/>
              </a:ext>
            </a:extLst>
          </p:cNvPr>
          <p:cNvSpPr txBox="1">
            <a:spLocks/>
          </p:cNvSpPr>
          <p:nvPr/>
        </p:nvSpPr>
        <p:spPr bwMode="auto">
          <a:xfrm>
            <a:off x="8763845" y="2558848"/>
            <a:ext cx="2113935" cy="691892"/>
          </a:xfrm>
          <a:prstGeom prst="rect">
            <a:avLst/>
          </a:prstGeom>
        </p:spPr>
        <p:txBody>
          <a:bodyPr vert="horz" lIns="91440" tIns="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24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30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0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68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92000"/>
              <a:buFont typeface="Arial" panose="020B0604020202020204" pitchFamily="34" charset="0"/>
              <a:buNone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Bugs were fixed, statistics and test improvements were added, documentation was updated, and code was commented.</a:t>
            </a:r>
          </a:p>
        </p:txBody>
      </p:sp>
    </p:spTree>
    <p:extLst>
      <p:ext uri="{BB962C8B-B14F-4D97-AF65-F5344CB8AC3E}">
        <p14:creationId xmlns:p14="http://schemas.microsoft.com/office/powerpoint/2010/main" val="122109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1FBFD-B46F-7338-ED83-DAE4C395B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Tools used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84064-F059-CB97-8C02-557B1F92F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24749" y="5974545"/>
            <a:ext cx="7728153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A00149-1A3E-088C-BAED-FB2E2A13F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98583" y="1529594"/>
            <a:ext cx="1915826" cy="1906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0A8B4C-9326-F11D-1BA2-C974571875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550126" y="1350171"/>
            <a:ext cx="2277397" cy="22773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61B6BAB-E6F3-BCD3-104C-3D0FA38881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781524" y="863264"/>
            <a:ext cx="3167878" cy="316787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9D7935-56B1-76D4-1A66-5B18CA0B10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8247" y="3250732"/>
            <a:ext cx="2909202" cy="29092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741921-19BC-F6F2-1949-D42626EB76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6452" y="3609541"/>
            <a:ext cx="1964744" cy="221604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0F5B6E-BBB3-C102-C298-8CB84EE54D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307" y="3660105"/>
            <a:ext cx="2324312" cy="216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84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226C9-4C03-EBB0-5550-BF771288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3781" y="658762"/>
            <a:ext cx="6351638" cy="5201247"/>
          </a:xfrm>
        </p:spPr>
        <p:txBody>
          <a:bodyPr/>
          <a:lstStyle/>
          <a:p>
            <a:r>
              <a:rPr lang="en-US" dirty="0"/>
              <a:t>Now lets see the project!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2BE44-52CB-1E62-063D-1F7B3B12E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62182" y="6115665"/>
            <a:ext cx="474545" cy="243669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608A4-C7A8-F4DE-E863-DA2C8973C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24879" y="4929956"/>
            <a:ext cx="3434141" cy="845574"/>
          </a:xfrm>
        </p:spPr>
        <p:txBody>
          <a:bodyPr/>
          <a:lstStyle/>
          <a:p>
            <a:r>
              <a:rPr lang="en-US" dirty="0"/>
              <a:t>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AA8805-7643-4BB9-E5E0-F6DE2D363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117" y="565218"/>
            <a:ext cx="4273666" cy="4279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3419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FFFFFF"/>
      </a:lt1>
      <a:dk2>
        <a:srgbClr val="242F41"/>
      </a:dk2>
      <a:lt2>
        <a:srgbClr val="E2E6E8"/>
      </a:lt2>
      <a:accent1>
        <a:srgbClr val="CE7242"/>
      </a:accent1>
      <a:accent2>
        <a:srgbClr val="4050C6"/>
      </a:accent2>
      <a:accent3>
        <a:srgbClr val="5A68CE"/>
      </a:accent3>
      <a:accent4>
        <a:srgbClr val="BC30AF"/>
      </a:accent4>
      <a:accent5>
        <a:srgbClr val="A042CE"/>
      </a:accent5>
      <a:accent6>
        <a:srgbClr val="6444C2"/>
      </a:accent6>
      <a:hlink>
        <a:srgbClr val="3B8AB3"/>
      </a:hlink>
      <a:folHlink>
        <a:srgbClr val="7F7F7F"/>
      </a:folHlink>
    </a:clrScheme>
    <a:fontScheme name="Custom">
      <a:majorFont>
        <a:latin typeface="Gill Sans MT"/>
        <a:ea typeface=""/>
        <a:cs typeface=""/>
      </a:majorFont>
      <a:minorFont>
        <a:latin typeface="Gill Sans MT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0870617_Win32_SL_v4" id="{352587A7-A0EF-4556-B874-046F84C2953A}" vid="{B8F94B47-5699-492D-880B-93801CB3A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91da3f-ad68-4520-a7d0-8d78b61205a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3651515F6ADA584A81E463D9FB350E0D" ma:contentTypeVersion="10" ma:contentTypeDescription="Създаване на нов документ" ma:contentTypeScope="" ma:versionID="769cec9495bfd8984e061070d1f71e53">
  <xsd:schema xmlns:xsd="http://www.w3.org/2001/XMLSchema" xmlns:xs="http://www.w3.org/2001/XMLSchema" xmlns:p="http://schemas.microsoft.com/office/2006/metadata/properties" xmlns:ns3="b491da3f-ad68-4520-a7d0-8d78b61205af" targetNamespace="http://schemas.microsoft.com/office/2006/metadata/properties" ma:root="true" ma:fieldsID="0d6453243128241efc87952f0029565e" ns3:_="">
    <xsd:import namespace="b491da3f-ad68-4520-a7d0-8d78b61205a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1da3f-ad68-4520-a7d0-8d78b61205a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32324C-71C3-4F1C-A370-A2665FF5CDF6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b491da3f-ad68-4520-a7d0-8d78b61205af"/>
    <ds:schemaRef ds:uri="http://schemas.microsoft.com/office/infopath/2007/PartnerControl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D0AAFAD-526C-428F-862A-5C957237C6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91da3f-ad68-4520-a7d0-8d78b61205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76DE935-925F-49AD-A9C2-6284C7807A5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</Template>
  <TotalTime>69</TotalTime>
  <Words>198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Wingdings 2</vt:lpstr>
      <vt:lpstr>Custom</vt:lpstr>
      <vt:lpstr>E-schooler</vt:lpstr>
      <vt:lpstr>Table of contents</vt:lpstr>
      <vt:lpstr>Our team</vt:lpstr>
      <vt:lpstr>The Idea</vt:lpstr>
      <vt:lpstr>Stages of working </vt:lpstr>
      <vt:lpstr>PowerPoint Presentation</vt:lpstr>
      <vt:lpstr>Now lets see the project!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E-schooler</dc:title>
  <dc:creator>Божидар Иванов Станев</dc:creator>
  <cp:lastModifiedBy>Божидар Иванов Станев</cp:lastModifiedBy>
  <cp:revision>6</cp:revision>
  <dcterms:created xsi:type="dcterms:W3CDTF">2026-03-23T09:48:49Z</dcterms:created>
  <dcterms:modified xsi:type="dcterms:W3CDTF">2026-03-23T15:46:49Z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0x0101003651515F6ADA584A81E463D9FB350E0D</vt:lpwstr>
  </property>
</Properties>
</file>